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Prostorový index pro vyhledávání bodů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Semestrální práce | MH_semestralka_p__index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7498079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Porovnání vyhledávání bez indexu, vlastního dlaždicového indexu a knihovního R-tree / STRtree.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Testy nad body v Olomouckém kraji i nad celou Českou republikou.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Důraz na praktický výkon u bbox, radius a polygon query.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920240"/>
            <a:ext cx="3108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Hlavní otázka:</a:t>
            </a:r>
            <a:br/>
            <a:r>
              <a:t>Kdy prostorový index skutečně zrychlí dotazy?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Cíl práce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5836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Vytvořit a otestovat jednoduchý prostorový index nad bodovými daty.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Porovnat ho s lineárním průchodem a s knihovním indexem GeoPandas/Shapely.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Ověřit správnost výsledků: všechny metody musí vracet stejné počty bodů.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Vyhodnotit chování při různých velikostech datasetu a dotazu.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8288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Výstupem není jen kód, ale měřitelný rozdíl v časech dotazů.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Použitá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7665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Polygon Olomouckého kraje a polygon celé České republiky.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Vrstva 14 krajů ČR pro polygon query.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Náhodné body generované uvnitř skutečných polygonů.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Datasety: Olomoucký kraj 500, 1 000, 5 000 bodů; ČR 5 000, 10 000, 50 000 bodů.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Zdroj hranic: veřejná ArcGIS REST služba České geologické služby.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14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krajů v polygon 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85032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50 000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největší dataset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84264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1 000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dotazů v benchmarku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Proč EPSG:5514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7665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EPSG:4326 je vhodný výměnný formát pro GIS a webové mapy.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Pro výpočty je potřeba pracovat v metrech, ne ve stupních.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EPSG:5514 (S-JTSK / Křovák East North) umožňuje přímo používat velikost dlaždice, okna i radius v metrech.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Díky tomu je benchmark interpretovatelný: 5 000 znamená 5 km.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1600200"/>
            <a:ext cx="35661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Pracovní CRS:</a:t>
            </a:r>
            <a:br/>
            <a:r>
              <a:t>EPSG:5514</a:t>
            </a:r>
            <a:br/>
            <a:r>
              <a:t/>
            </a:r>
            <a:br/>
            <a:r>
              <a:t>Dotazy:</a:t>
            </a:r>
            <a:br/>
            <a:r>
              <a:t>metry, bboxy, vzdálenosti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Vyhledávání bez indexu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dotaz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projdi všechny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test bbox / vzdálenost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výsledek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98755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Lineární přístup je jednoduchý a má nulový čas stavby indexu.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Každý dotaz ale kontroluje celý dataset.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S rostoucím počtem bodů roste čas téměř přímo úměrně.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Dlaždicový prostorový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rozděl prostor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ulož body do dlaždic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vyber dotčené dlaždice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ověř kandidáty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10241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Vlastní implementace ukládá body podle dvojice celočíselných souřadnic dlaždice.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Dotaz se převede na rozsah dlaždic, které protínají bbox.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Přesný test se dělá jen nad kandidáty z těchto dlaždic.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 projektu: 1 000 m pro Olomoucký kraj, 5 000 m pro ČR.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R-tree / STRtree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geometrie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bbox kandidáti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přesné ověření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10241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GeoPandas/Shapely poskytuje knihovní prostorový index přes `gdf.sindex`.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Index organizuje bounding boxy geometrií tak, aby se rychle našli kandidáti.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Stejně jako u dlaždic není bbox kandidát automaticky finální výsledek.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Výhoda: obecnější řešení pro různé geometrie; nevýhoda: režie Python/GeoPandas v malých dotazech.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Olomoucký kraj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Bbox query, dataset 5 000 bodů, 1 000 dotazů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Dlaždicový index je nejrychlejší ve všech velikostech dotazovacího okna.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Lineární průchod je použitelný u malých dat, ale s počtem bodů rychle roste.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R-tree/STRtree má v tomto benchmarku vysokou režii a pro malé bodové dotazy nevychází výhodně.</a:t>
            </a:r>
          </a:p>
        </p:txBody>
      </p:sp>
      <p:pic>
        <p:nvPicPr>
          <p:cNvPr id="7" name="Picture 6" descr="benchmark_olomoucky_k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Česká republika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Bbox query, dataset 50 000 bodů, 1 000 dotazů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Na větším území a větším datasetu je rozdíl mezi lineárním průchodem a indexem výraznější.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Dlaždicový index drží nízké časy i pro větší dotazovací okna.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U největšího okna roste počet kandidátů, takže roste i čas indexovaného dotazu.</a:t>
            </a:r>
          </a:p>
        </p:txBody>
      </p:sp>
      <p:pic>
        <p:nvPicPr>
          <p:cNvPr id="7" name="Picture 6" descr="benchmark_ceska_republi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Co ukazuje škálování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7040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Bez indexu je rozhodující hlavně počet bodů: každý dotaz musí projít vše.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U indexu je rozhodující počet kandidátů v dotčených dlaždicích nebo bboxu.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Čím menší část prostoru dotaz zasáhne, tím větší je přínos indexu.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Index má smysl hlavně při opakovaných dotazech nad stejným datasetem.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1874519"/>
            <a:ext cx="3474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Obecné pravidlo:</a:t>
            </a:r>
            <a:br/>
            <a:r>
              <a:t>index se vyplatí, když sníží počet přesně testovaných bodů.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Radius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Dotaz: najít všechny body do zadané vzdálenosti od středu.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Nejdřív se použije bbox kružnice jako hrubý filtr.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Potom musí následovat přesný test eukleidovské vzdálenosti.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Poloměry v benchmarku: 5 km, 10 km a 25 km.</a:t>
            </a:r>
          </a:p>
        </p:txBody>
      </p:sp>
      <p:pic>
        <p:nvPicPr>
          <p:cNvPr id="6" name="Picture 5" descr="benchmark_radius_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Polygon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Dotaz: spočítat body ležící uvnitř nepravidelného polygonu kraje.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Index najde kandidáty podle bounding boxu polygonu.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Finální výsledek určuje až přesný test vůči skutečné hranici kraje.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Použito 14 skutečných krajů České republiky.</a:t>
            </a:r>
          </a:p>
        </p:txBody>
      </p:sp>
      <p:pic>
        <p:nvPicPr>
          <p:cNvPr id="6" name="Picture 5" descr="polygon_counts_by_k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33113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polygon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14 krajů ČR, souhrnný čas podle velikosti datasetu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U polygon query je přesné ověření kandidátů dražší než u bbox dotazu.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Pro 50 000 bodů je nejrychlejší R-tree/STRtree, dlaždicový index je druhý.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U menších datasetů režie indexu může převážit nad přínosem.</a:t>
            </a:r>
          </a:p>
        </p:txBody>
      </p:sp>
      <p:pic>
        <p:nvPicPr>
          <p:cNvPr id="7" name="Picture 6" descr="benchmark_polygon_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Radius vs. polygon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71323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Radius query: bbox kružnice je poměrně těsný filtr, přesný test je jednoduchá vzdálenost.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Polygon query: bbox kraje může obsahovat mnoho bodů mimo skutečný tvar.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Proto je u polygonů důležité, kolik falešných kandidátů projde hrubým filtrem.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Různé typy dotazů mohou zvýhodnit jiný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828800"/>
            <a:ext cx="34747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Index urychluje kandidáty.</a:t>
            </a:r>
            <a:br/>
            <a:r>
              <a:t>Správnost zajišťuje přesný geometrický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Závěr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Pro bodové bbox a radius dotazy vyšel v projektu nejlépe jednoduchý dlaždicový index.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Lineární průchod je dobrý jako referenční metoda, ale špatně škáluje.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R-tree/STRtree je obecnější a u polygon query nad 50 000 body byl nejrychlejší.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EPSG:5514 zjednodušuje interpretaci a umožňuje korektní metrické výpočty.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Nejdůležitější praktický závěr: index je hrubý filtr, přesný geometrický test je stále nutný.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909</Words>
  <Application>Microsoft Office PowerPoint</Application>
  <PresentationFormat>Širokoúhlá obrazovka</PresentationFormat>
  <Paragraphs>123</Paragraphs>
  <Slides>15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subject/>
  <dc:creator/>
  <cp:keywords/>
  <dc:description>generated using python-pptx</dc:description>
  <cp:lastModifiedBy>Účet Microsoft</cp:lastModifiedBy>
  <cp:revision>1</cp:revision>
  <dcterms:created xsi:type="dcterms:W3CDTF">2013-01-27T09:14:16Z</dcterms:created>
  <dcterms:modified xsi:type="dcterms:W3CDTF">2026-05-10T19:55:06Z</dcterms:modified>
  <cp:category/>
</cp:coreProperties>
</file>